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F06F77-5E35-48C3-A6F0-C51C93101D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15A1663-06DF-445E-84ED-1E17C471EB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BB86A-9E4A-4EEA-BFC9-8A5529312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D9F-9A10-499A-B536-698234AFDB95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47095F-48A4-434B-B7F6-A7539F353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5A69E4-C818-4248-ABE2-EC745366E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B5726-874D-4CC1-A6B6-0EF0C1606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279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5DE0E8-0FE1-4442-B99D-9707F032F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5FB0AB-308D-4EEF-85B8-01B2834B0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04C8975-4FBF-4E0A-8AA5-842CF86BE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D9F-9A10-499A-B536-698234AFDB95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26A3F9-7C84-4175-B51B-C54CDA607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29DD69-23B0-40B5-978D-D7E62998B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B5726-874D-4CC1-A6B6-0EF0C1606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19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A23BD6-F774-4102-960F-48F0397C3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D9A5853-F048-44A4-B107-191B0E695C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7B6DB7-8FE2-4234-A7EA-961623FC5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D9F-9A10-499A-B536-698234AFDB95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AF1E1F-7067-4BE3-9F36-D783FC2CE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E2A8A6-4C84-4E2E-AD36-D85306992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B5726-874D-4CC1-A6B6-0EF0C1606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955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B79CFD-D850-49A4-814E-3F0DB4C4D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9257801-BE1C-421D-B43C-E29F2541C1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60599B-85B7-4154-AE49-626E87BE9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F96EEB-A711-40A5-B061-F896D0D6A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D9F-9A10-499A-B536-698234AFDB95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BE5AB29-3F24-450E-A837-DA6593611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DE6D42-2FA0-4010-A4F5-4AF659F69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B5726-874D-4CC1-A6B6-0EF0C1606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3028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7C92C9-565A-4558-BD46-3C8CD600D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5667BD9-F902-4EFF-AA07-5375A8CAA2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4038B67-ED11-4B7F-BCA2-ACAB0C6F6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D89F31-95BD-48E2-99F4-74B63922C9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6E43E01-F919-4263-A85F-BD1EB14B47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3F3C34F-E835-4F26-8B50-1B4136DF6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D9F-9A10-499A-B536-698234AFDB95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FB974BC-4FF1-4CFC-A887-A83672FAD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987AE74-A55A-4E28-A924-B9C351D8C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B5726-874D-4CC1-A6B6-0EF0C1606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552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7CC9F1-C7AE-4099-8D2A-A02FBD1A9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8D22F43-C28A-4DB1-B051-E826AE101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D9F-9A10-499A-B536-698234AFDB95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2F6717D-965D-4208-BBD4-A651C5918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62573E8-4AB0-444E-A90E-CE51DE78C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B5726-874D-4CC1-A6B6-0EF0C1606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0060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FCC50F9-578A-4135-AB97-9853974F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D9F-9A10-499A-B536-698234AFDB95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B938E26-63D2-45FB-8D51-B528BCB33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4ED2F4-B78E-4D7B-87F0-EAA083884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B5726-874D-4CC1-A6B6-0EF0C1606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90134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F9FBA7-F9E2-4968-ADFF-03F4A2ECF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53D1CD-BDB7-4AE9-A3DE-F9EB52B52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B9C472-8CEF-4522-B155-B85B359758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E742E0-2841-4E90-9961-70A2662F5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D9F-9A10-499A-B536-698234AFDB95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A2C8BF-79F0-444F-86E9-8A26E3ADB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3CB3D5-B3AD-483D-8D25-896702FBF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B5726-874D-4CC1-A6B6-0EF0C1606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7317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5C0578-094A-4D1D-9F45-8C08FE4EF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EE917FC-E488-4F99-9071-5CFB41D5C1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7B8ABE-DC75-4234-B49D-4DF9F825C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0B49BA-9B87-4EF9-A7C0-359D5C28C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D9F-9A10-499A-B536-698234AFDB95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5577B54-5779-45C3-A4D4-C1D4D5A54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2BB5BD-1533-480D-B7D7-0B1E5A0D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B5726-874D-4CC1-A6B6-0EF0C1606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40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085653-957E-4422-AE75-A46D499E6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3D9A2F8-A083-4BED-91A6-130D7B584D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A114B6-7CD2-4132-9022-44E2CCE6E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D9F-9A10-499A-B536-698234AFDB95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EBD9A7-C507-4E8E-B75E-4FF8CDB3D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471D0D-245F-4B31-8BBB-39516295A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B5726-874D-4CC1-A6B6-0EF0C1606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075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09D1EA1-D31F-4F62-8A23-E9ABD3FE70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5D61E4-5AD3-4D07-9F83-E6DB648AF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A43C4E-7438-48CE-9100-21DE5CA0A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0E9D9F-9A10-499A-B536-698234AFDB95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DC104E-8E01-4277-8FE7-6E04EF39C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E39E16-7169-493B-82A6-643D5A92A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B5726-874D-4CC1-A6B6-0EF0C1606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465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4BEBDF-2965-4CED-A391-18F5742CD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56AD465-8D10-400D-A9C1-B54223849D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8236B5-DFA8-4F25-99ED-351666EAC6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0E9D9F-9A10-499A-B536-698234AFDB95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8E0F4E-5305-445D-B61F-F325FB3A3D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20C1A5-B1D1-4A08-B9AC-B0102D4346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B5726-874D-4CC1-A6B6-0EF0C160616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6896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8DD36A3C-F760-46B5-8480-A710362D05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7775458"/>
              </p:ext>
            </p:extLst>
          </p:nvPr>
        </p:nvGraphicFramePr>
        <p:xfrm>
          <a:off x="0" y="0"/>
          <a:ext cx="12192000" cy="69251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142488676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84312924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508073338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693863093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330425"/>
                    </a:ext>
                  </a:extLst>
                </a:gridCol>
              </a:tblGrid>
              <a:tr h="1004401">
                <a:tc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OSI Model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Layer Number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TCP/IP Layer</a:t>
                      </a:r>
                      <a:endParaRPr lang="ko-KR" alt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Other Protocol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04068"/>
                  </a:ext>
                </a:extLst>
              </a:tr>
              <a:tr h="700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b="0" i="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Alligator</a:t>
                      </a:r>
                      <a:endParaRPr lang="ko-KR" altLang="en-US" sz="4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Application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rgbClr val="FF0000"/>
                          </a:solidFill>
                        </a:rPr>
                        <a:t>HTTP</a:t>
                      </a:r>
                      <a:endParaRPr lang="ko-KR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SSH</a:t>
                      </a:r>
                    </a:p>
                    <a:p>
                      <a:pPr algn="ctr" latinLnBrk="1"/>
                      <a:r>
                        <a:rPr lang="en-US" altLang="ko-KR" sz="3200" dirty="0"/>
                        <a:t>Telnet</a:t>
                      </a:r>
                    </a:p>
                    <a:p>
                      <a:pPr algn="ctr" latinLnBrk="1"/>
                      <a:r>
                        <a:rPr lang="en-US" altLang="ko-KR" sz="3200" dirty="0"/>
                        <a:t>SMTP</a:t>
                      </a:r>
                    </a:p>
                    <a:p>
                      <a:pPr algn="ctr" latinLnBrk="1"/>
                      <a:r>
                        <a:rPr lang="en-US" altLang="ko-KR" sz="3200" dirty="0"/>
                        <a:t>POP3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595926"/>
                  </a:ext>
                </a:extLst>
              </a:tr>
              <a:tr h="8896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dirty="0">
                          <a:solidFill>
                            <a:srgbClr val="FF0000"/>
                          </a:solidFill>
                        </a:rPr>
                        <a:t>Pet</a:t>
                      </a:r>
                      <a:endParaRPr lang="ko-KR" altLang="en-US" sz="4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Presentation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20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0059459"/>
                  </a:ext>
                </a:extLst>
              </a:tr>
              <a:tr h="700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dirty="0">
                          <a:solidFill>
                            <a:srgbClr val="FF0000"/>
                          </a:solidFill>
                        </a:rPr>
                        <a:t>Steve’s </a:t>
                      </a:r>
                      <a:endParaRPr lang="ko-KR" altLang="en-US" sz="4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Session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20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341747"/>
                  </a:ext>
                </a:extLst>
              </a:tr>
              <a:tr h="700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dirty="0">
                          <a:solidFill>
                            <a:srgbClr val="FF0000"/>
                          </a:solidFill>
                        </a:rPr>
                        <a:t>Touch</a:t>
                      </a:r>
                      <a:endParaRPr lang="ko-KR" altLang="en-US" sz="4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Transport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rgbClr val="FF0000"/>
                          </a:solidFill>
                        </a:rPr>
                        <a:t>TCP</a:t>
                      </a:r>
                      <a:endParaRPr lang="ko-KR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UDP, SCTP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686343"/>
                  </a:ext>
                </a:extLst>
              </a:tr>
              <a:tr h="700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dirty="0">
                          <a:solidFill>
                            <a:srgbClr val="FF0000"/>
                          </a:solidFill>
                        </a:rPr>
                        <a:t>Not</a:t>
                      </a:r>
                      <a:endParaRPr lang="ko-KR" altLang="en-US" sz="4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Network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rgbClr val="FF0000"/>
                          </a:solidFill>
                        </a:rPr>
                        <a:t>IP</a:t>
                      </a:r>
                      <a:endParaRPr lang="ko-KR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IPv6, ARP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3282529"/>
                  </a:ext>
                </a:extLst>
              </a:tr>
              <a:tr h="14635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dirty="0">
                          <a:solidFill>
                            <a:srgbClr val="FF0000"/>
                          </a:solidFill>
                        </a:rPr>
                        <a:t>Do</a:t>
                      </a:r>
                      <a:endParaRPr lang="ko-KR" altLang="en-US" sz="4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Data Link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rgbClr val="FF0000"/>
                          </a:solidFill>
                        </a:rPr>
                        <a:t>Ethernet</a:t>
                      </a:r>
                      <a:endParaRPr lang="ko-KR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HDLC, Frame Relay</a:t>
                      </a:r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795540"/>
                  </a:ext>
                </a:extLst>
              </a:tr>
              <a:tr h="7000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4000" dirty="0">
                          <a:solidFill>
                            <a:srgbClr val="FF0000"/>
                          </a:solidFill>
                        </a:rPr>
                        <a:t>Please</a:t>
                      </a:r>
                      <a:endParaRPr lang="ko-KR" altLang="en-US" sz="4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800" dirty="0"/>
                        <a:t>Physical</a:t>
                      </a:r>
                      <a:endParaRPr lang="ko-KR" alt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737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6359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43</Words>
  <Application>Microsoft Office PowerPoint</Application>
  <PresentationFormat>와이드스크린</PresentationFormat>
  <Paragraphs>29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Ryu Seonghyeon</dc:creator>
  <cp:lastModifiedBy>Ryu Seonghyeon</cp:lastModifiedBy>
  <cp:revision>5</cp:revision>
  <dcterms:created xsi:type="dcterms:W3CDTF">2020-07-12T11:01:54Z</dcterms:created>
  <dcterms:modified xsi:type="dcterms:W3CDTF">2020-07-12T11:46:18Z</dcterms:modified>
</cp:coreProperties>
</file>